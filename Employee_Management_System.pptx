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6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274320"/>
            <a:ext cx="2743200" cy="2743200"/>
          </a:xfrm>
          <a:prstGeom prst="ellipse">
            <a:avLst/>
          </a:prstGeom>
          <a:solidFill>
            <a:srgbClr val="27338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TECHNOLOGIES  •  B.TECH DS  •  SEMESTER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6032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Management System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to streamline employee records, attendance, and payroll workflows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011680" cy="0"/>
          </a:xfrm>
          <a:prstGeom prst="line">
            <a:avLst/>
          </a:prstGeom>
          <a:noFill/>
          <a:ln w="31750">
            <a:solidFill>
              <a:srgbClr val="5B8D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part of the Web Technologies coursework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26364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3C7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HR processes don't scale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5669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are scattered across spreadsheets, paper files, and email threads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leave tracking is manual, slow, and error-prone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calculations done by hand lead to delays and costly mistakes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centralized, real-time view of workforce data for managers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security — sensitive employee information is easily lost or leaked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040880" y="1600200"/>
            <a:ext cx="4572000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6060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HR team's time is lost to repetitive, manual administrative work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3886200"/>
            <a:ext cx="45720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3C7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69480" y="4114800"/>
            <a:ext cx="502920" cy="502920"/>
          </a:xfrm>
          <a:prstGeom prst="ellipse">
            <a:avLst/>
          </a:prstGeom>
          <a:solidFill>
            <a:srgbClr val="FDE9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6948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57200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 a single, secure, web-based system to manage the full employee lifecycle — from onboarding to payroll — accurately and efficiently.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&amp; Proposed Solution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57784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9424"/>
            <a:ext cx="384048" cy="384048"/>
          </a:xfrm>
          <a:prstGeom prst="ellipse">
            <a:avLst/>
          </a:prstGeom>
          <a:solidFill>
            <a:srgbClr val="FDE9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92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HRMS (SAP SuccessFactors, Workday)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costly, complex to deploy, and overkill for small/mid organizations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557784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419856"/>
            <a:ext cx="384048" cy="384048"/>
          </a:xfrm>
          <a:prstGeom prst="ellipse">
            <a:avLst/>
          </a:prstGeom>
          <a:solidFill>
            <a:srgbClr val="FDE9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92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73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Spreadsheet-based tracking (Excel/Google Sheets)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393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familiar, but not scalable, no access control, prone to human error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557784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590288"/>
            <a:ext cx="384048" cy="384048"/>
          </a:xfrm>
          <a:prstGeom prst="ellipse">
            <a:avLst/>
          </a:prstGeom>
          <a:solidFill>
            <a:srgbClr val="FDE9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43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paid HR tools (Zoho People, Keka)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8097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feature sets, but subscription costs and limited customization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554480"/>
            <a:ext cx="0" cy="4937760"/>
          </a:xfrm>
          <a:prstGeom prst="line">
            <a:avLst/>
          </a:prstGeom>
          <a:noFill/>
          <a:ln w="19050">
            <a:solidFill>
              <a:srgbClr val="D6D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83680" y="2011680"/>
            <a:ext cx="5074920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lightweight, web-based Employee Management System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8803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 for employee records, roles &amp; departments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Admin, HR, and Employees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attendance &amp; leave management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payroll calculation module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responsive UI built with modern web tech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open, and customizable to institute/organization needs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Records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single, secure database for all employee information — personal, professional, and departmental.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Attendance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digital check-in/out and leave tracking to replace manual registers.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747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Payroll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salaries, deductions, and payslips based on attendance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4747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separate, secure dashboards for Admin, HR staff, and Employees.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4747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Reporting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managers real-time analytics on headcount, attendance, and performance.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4747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Usability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clean, responsive interface usable on desktop and mobile browsers.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17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Study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66160" y="169164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0332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017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2494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Kavitha &amp; Rani (2019), IJCA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2194560"/>
            <a:ext cx="2743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3320" y="224942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HR information systems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303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2494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HRIS reduces administrative workload and record-keeping errors significantly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3017520" cy="841248"/>
          </a:xfrm>
          <a:prstGeom prst="rect">
            <a:avLst/>
          </a:prstGeom>
          <a:solidFill>
            <a:srgbClr val="EAEFFA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0906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et al. (2020), IEEE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66160" y="3035808"/>
            <a:ext cx="2743200" cy="841248"/>
          </a:xfrm>
          <a:prstGeom prst="rect">
            <a:avLst/>
          </a:prstGeom>
          <a:solidFill>
            <a:srgbClr val="EAEFFA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03320" y="30906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payroll automation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035808"/>
            <a:ext cx="5303520" cy="841248"/>
          </a:xfrm>
          <a:prstGeom prst="rect">
            <a:avLst/>
          </a:prstGeom>
          <a:solidFill>
            <a:srgbClr val="EAEFFA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0906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payroll engines cut processing time and manual calculation errors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877056"/>
            <a:ext cx="3017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&amp; Gupta (2021), IJERT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66160" y="3877056"/>
            <a:ext cx="2743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3931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in web apps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877056"/>
            <a:ext cx="5303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931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is essential for securing sensitive employee &amp; salary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718304"/>
            <a:ext cx="3017520" cy="841248"/>
          </a:xfrm>
          <a:prstGeom prst="rect">
            <a:avLst/>
          </a:prstGeom>
          <a:solidFill>
            <a:srgbClr val="EAEFFA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7731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(Zoho People, Keka)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66160" y="4718304"/>
            <a:ext cx="2743200" cy="841248"/>
          </a:xfrm>
          <a:prstGeom prst="rect">
            <a:avLst/>
          </a:prstGeom>
          <a:solidFill>
            <a:srgbClr val="EAEFFA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03320" y="47731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HRMS platforms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4718304"/>
            <a:ext cx="5303520" cy="841248"/>
          </a:xfrm>
          <a:prstGeom prst="rect">
            <a:avLst/>
          </a:prstGeom>
          <a:solidFill>
            <a:srgbClr val="EAEFFA"/>
          </a:solidFill>
          <a:ln w="9525">
            <a:solidFill>
              <a:srgbClr val="DCE2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47731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features, but high cost and limited flexibility for small teams / academic use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88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existing research supports digitization of HR processes — our system combines these proven ideas into one affordable, academic-scale solution.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follows a standard 3-tier web architecture, built and tested iteratively.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0116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96596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(responsive UI) — login, dashboards, forms for Admin/HR/Employee views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34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20116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01752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logic (Node.js / PHP) handling authentication, attendance rules, and payroll calculations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86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069080"/>
            <a:ext cx="20116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690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06908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(MySQL) storing employee, attendance, department, and payroll records securely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03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87568"/>
            <a:ext cx="1965960" cy="621792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687568"/>
            <a:ext cx="1965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79192" y="5687568"/>
            <a:ext cx="1965960" cy="621792"/>
          </a:xfrm>
          <a:prstGeom prst="roundRect">
            <a:avLst>
              <a:gd name="adj" fmla="val 14706"/>
            </a:avLst>
          </a:prstGeom>
          <a:solidFill>
            <a:srgbClr val="5B8D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679192" y="5687568"/>
            <a:ext cx="1965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9744" y="5687568"/>
            <a:ext cx="1965960" cy="621792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09744" y="5687568"/>
            <a:ext cx="1965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Module-wise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0296" y="5687568"/>
            <a:ext cx="1965960" cy="621792"/>
          </a:xfrm>
          <a:prstGeom prst="roundRect">
            <a:avLst>
              <a:gd name="adj" fmla="val 14706"/>
            </a:avLst>
          </a:prstGeom>
          <a:solidFill>
            <a:srgbClr val="5B8DE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0296" y="5687568"/>
            <a:ext cx="1965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70848" y="5687568"/>
            <a:ext cx="1965960" cy="621792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70848" y="5687568"/>
            <a:ext cx="1965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606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108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(Express) / PHP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611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Tools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4114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 &amp; GitHub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Support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617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/ macOS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026664"/>
            <a:ext cx="484632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529584"/>
            <a:ext cx="484632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032504"/>
            <a:ext cx="484632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535424"/>
            <a:ext cx="484632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038344"/>
            <a:ext cx="484632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64592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2606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2606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2.0 GHz or higher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31089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minimum (8 GB recommended)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3611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3611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 free disk space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006840" y="4114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supporting Node.js / XAMPP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4617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4617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internet connection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5120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006840" y="5120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1366×768 resolution or higher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086600" y="3026664"/>
            <a:ext cx="457200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86600" y="3529584"/>
            <a:ext cx="457200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86600" y="4032504"/>
            <a:ext cx="457200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6600" y="4535424"/>
            <a:ext cx="457200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86600" y="5038344"/>
            <a:ext cx="4572000" cy="0"/>
          </a:xfrm>
          <a:prstGeom prst="line">
            <a:avLst/>
          </a:prstGeom>
          <a:noFill/>
          <a:ln w="9525">
            <a:solidFill>
              <a:srgbClr val="E4E8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515600" cy="0"/>
          </a:xfrm>
          <a:prstGeom prst="line">
            <a:avLst/>
          </a:prstGeom>
          <a:noFill/>
          <a:ln w="31750">
            <a:solidFill>
              <a:srgbClr val="C7D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93852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2988" y="193852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030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00300" y="26334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61888" y="193852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90788" y="193852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5810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58100" y="26334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219688" y="1938528"/>
            <a:ext cx="237744" cy="237744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31375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31375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Demo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977640"/>
            <a:ext cx="1883664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3C7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41605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66344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requirements, define scope, study existing systems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80944" y="3977640"/>
            <a:ext cx="1883664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3C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63824" y="41605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63824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27" name="Text 25"/>
          <p:cNvSpPr txBox="1"/>
          <p:nvPr/>
        </p:nvSpPr>
        <p:spPr>
          <a:xfrm>
            <a:off x="3163824" y="466344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schema, wireframes, UI/UX planning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38928" y="3977640"/>
            <a:ext cx="1883664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3C7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21808" y="41605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32180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31" name="Text 29"/>
          <p:cNvSpPr txBox="1"/>
          <p:nvPr/>
        </p:nvSpPr>
        <p:spPr>
          <a:xfrm>
            <a:off x="5321808" y="466344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modules — auth, attendance, payroll, dashboards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96912" y="3977640"/>
            <a:ext cx="1883664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3C7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79792" y="41605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7979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35" name="Text 33"/>
          <p:cNvSpPr txBox="1"/>
          <p:nvPr/>
        </p:nvSpPr>
        <p:spPr>
          <a:xfrm>
            <a:off x="7479792" y="466344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testing, integration testing, bug fixing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54896" y="3977640"/>
            <a:ext cx="1883664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3C7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637776" y="4160520"/>
            <a:ext cx="365760" cy="365760"/>
          </a:xfrm>
          <a:prstGeom prst="ellipse">
            <a:avLst/>
          </a:prstGeom>
          <a:solidFill>
            <a:srgbClr val="D7E3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37776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39" name="Text 37"/>
          <p:cNvSpPr txBox="1"/>
          <p:nvPr/>
        </p:nvSpPr>
        <p:spPr>
          <a:xfrm>
            <a:off x="9637776" y="466344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application, prepare documentation &amp; final presentation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web application delivering measurable improvements over manual HR processes: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747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58568"/>
            <a:ext cx="384048" cy="384048"/>
          </a:xfrm>
          <a:prstGeom prst="ellipse">
            <a:avLst/>
          </a:prstGeom>
          <a:solidFill>
            <a:srgbClr val="DFF3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70632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Employee Database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22783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accurate, searchable source of truth for all employee records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4747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258568"/>
            <a:ext cx="384048" cy="384048"/>
          </a:xfrm>
          <a:prstGeom prst="ellipse">
            <a:avLst/>
          </a:prstGeom>
          <a:solidFill>
            <a:srgbClr val="DFF3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770632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Attendance &amp; Leave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22783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check-in/out with real-time leave balance tracking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4747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258568"/>
            <a:ext cx="384048" cy="384048"/>
          </a:xfrm>
          <a:prstGeom prst="ellipse">
            <a:avLst/>
          </a:prstGeom>
          <a:solidFill>
            <a:srgbClr val="DFF3E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932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770632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Fast Payroll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322783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generated automatically, cutting manual errors and delays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4747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361688"/>
            <a:ext cx="384048" cy="384048"/>
          </a:xfrm>
          <a:prstGeom prst="ellipse">
            <a:avLst/>
          </a:prstGeom>
          <a:solidFill>
            <a:srgbClr val="DFF3E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873752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33095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HR, and Employee each get a tailored, secure view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4747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4361688"/>
            <a:ext cx="384048" cy="384048"/>
          </a:xfrm>
          <a:prstGeom prst="ellipse">
            <a:avLst/>
          </a:prstGeom>
          <a:solidFill>
            <a:srgbClr val="DFF3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4456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4873752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Reports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44568" y="533095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analytics on attendance trends and workforce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4747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3C7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9328" y="4361688"/>
            <a:ext cx="384048" cy="384048"/>
          </a:xfrm>
          <a:prstGeom prst="ellipse">
            <a:avLst/>
          </a:prstGeom>
          <a:solidFill>
            <a:srgbClr val="DFF3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3932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4873752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Admin Workload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533095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time savings on repetitive HR paperwork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6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manual, error-prone HR workflows with one centralized web platform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231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attendance, leave, and payroll — saving time and cutting errors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004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access keeps sensitive employee data protected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977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affordable, widely-supported web technologies — easy to deploy and extend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7548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demonstration of full-stack web development concepts learned this semester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2011680" cy="0"/>
          </a:xfrm>
          <a:prstGeom prst="line">
            <a:avLst/>
          </a:prstGeom>
          <a:noFill/>
          <a:ln w="3175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897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2026-09-21T06:00:21Z</dcterms:created>
  <dcterms:modified xsi:type="dcterms:W3CDTF">2026-09-21T06:00:21Z</dcterms:modified>
</cp:coreProperties>
</file>